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NutriLens (or NutriVision)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Precision AI-Powered Nutrition Tracking for Indian Cuisine</a:t>
            </a:r>
          </a:p>
          <a:p/>
          <a:p>
            <a:r>
              <a:t>Presenter: [Your Name/Team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Flaw in Modern Calorie 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Blind Guessing: Most apps force users to manually guess the weight of their food, leading to massive errors.</a:t>
            </a:r>
          </a:p>
          <a:p>
            <a:r>
              <a:rPr sz="2400"/>
              <a:t>• Western Bias: Existing AI scanners fail at complex ethnic cuisines (e.g., Aviyal, Puttu, Parotta).</a:t>
            </a:r>
          </a:p>
          <a:p>
            <a:r>
              <a:rPr sz="2400"/>
              <a:t>• Friction: Manually logging every ingredient is tedious and causes users to quit.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NutriLens - See Your Nutrition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Volumetric AI: Calculates exactly how much food is on the plate using advanced depth estimation.</a:t>
            </a:r>
          </a:p>
          <a:p>
            <a:r>
              <a:rPr sz="2400"/>
              <a:t>• Tailored for Indian Food: Custom 20-class taxonomy for authentic Indian and Kerala cuisines.</a:t>
            </a:r>
          </a:p>
          <a:p>
            <a:r>
              <a:rPr sz="2400"/>
              <a:t>• Seamless UX: Snap a photo -&gt; Get exact calories, protein, carbs, and fat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Robust, Modern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Frontend: Flutter &amp; Riverpod for a beautiful, cross-platform fluid UX.</a:t>
            </a:r>
          </a:p>
          <a:p>
            <a:r>
              <a:rPr sz="2400"/>
              <a:t>• Backend: Highly scalable Python/Flask REST API handling ML inference.</a:t>
            </a:r>
          </a:p>
          <a:p>
            <a:r>
              <a:rPr sz="2400"/>
              <a:t>• Database: Supabase (PostgreSQL) for secure auth, RLS, and history storage.</a:t>
            </a:r>
          </a:p>
          <a:p>
            <a:r>
              <a:rPr sz="2400"/>
              <a:t>• Cloud Ready: Dockerized backend designed for GCP Cloud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Dual-Model Computer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Model 1: Instance Segmentation (YOLOv8-seg)</a:t>
            </a:r>
          </a:p>
          <a:p>
            <a:r>
              <a:rPr sz="2400"/>
              <a:t>  - Identifies food type (e.g., 'Idli', 'Chicken Curry').</a:t>
            </a:r>
          </a:p>
          <a:p>
            <a:r>
              <a:rPr sz="2400"/>
              <a:t>  - Draws precise pixel-perfect boundaries around every piece of food.</a:t>
            </a:r>
          </a:p>
          <a:p/>
          <a:p>
            <a:r>
              <a:rPr sz="2400"/>
              <a:t>• Model 2: Monocular Depth (Depth Anything V2)</a:t>
            </a:r>
          </a:p>
          <a:p>
            <a:r>
              <a:rPr sz="2400"/>
              <a:t>  - Calculates the 3D topology of the plate.</a:t>
            </a:r>
          </a:p>
          <a:p>
            <a:r>
              <a:rPr sz="2400"/>
              <a:t>  - Determines exactly how 'tall' or 'thick' the food is in centimeters.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Calculate Weight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1. Area Extraction: YOLOv8 gives the 2D surface area of the food.</a:t>
            </a:r>
          </a:p>
          <a:p>
            <a:r>
              <a:rPr sz="2400"/>
              <a:t>2. Height Extraction: Depth Anything V2 gives the 3D height.</a:t>
            </a:r>
          </a:p>
          <a:p>
            <a:r>
              <a:rPr sz="2400"/>
              <a:t>3. Volume Calculation: Area × Height = Exact Volume (cm³).</a:t>
            </a:r>
          </a:p>
          <a:p>
            <a:r>
              <a:rPr sz="2400"/>
              <a:t>4. Density Application: Cross-reference volume with custom shape_density_table.</a:t>
            </a:r>
          </a:p>
          <a:p>
            <a:r>
              <a:rPr sz="2400"/>
              <a:t>5. Result: Exact gram weight (Volume × Density = Weight).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Powered by Standardized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IFCT 2017 Integration: Database strictly mapped to the Indian Food Composition Tables (IFCT 2017).</a:t>
            </a:r>
          </a:p>
          <a:p>
            <a:r>
              <a:rPr sz="2400"/>
              <a:t>• Smart Fallbacks: Manual-entry search instantly queries the database to auto-fill IFCT macro values.</a:t>
            </a:r>
          </a:p>
          <a:p>
            <a:r>
              <a:rPr sz="2400"/>
              <a:t>• Macro Tracking: Real-time tracking of Protein, Carbs, Fats, and Fiber against personalized goals.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Premium Aesthetics &amp; Gamification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Dynamic UI: Glassmorphism, smooth micro-animations, and curated palettes.</a:t>
            </a:r>
          </a:p>
          <a:p>
            <a:r>
              <a:rPr sz="2400"/>
              <a:t>• Analytics Dashboard: Visualizing weekly calorie trends with interactive charts.</a:t>
            </a:r>
          </a:p>
          <a:p>
            <a:r>
              <a:rPr sz="2400"/>
              <a:t>• Offline Resilience: Gracefully handles network issues, queuing manual entries seamlessly.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Seeing is Believing (Demo)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Showcase 1: Taking a picture of a complex meal (e.g., Parotta and Curry) and showing the AI breakdown.</a:t>
            </a:r>
          </a:p>
          <a:p>
            <a:r>
              <a:rPr sz="2400"/>
              <a:t>• Showcase 2: The history screen, showing rich emoji mappings and daily goal progress.</a:t>
            </a:r>
          </a:p>
          <a:p/>
          <a:p>
            <a:r>
              <a:rPr sz="2400"/>
              <a:t>(Live Demo or Video Integration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 for NutriLens?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Expanded Taxonomy: Scaling from 20 classes to 100+ regional Indian dishes.</a:t>
            </a:r>
          </a:p>
          <a:p>
            <a:r>
              <a:rPr sz="2400"/>
              <a:t>• Edge AI: Moving lighter versions of the models directly to the phone (TFLite) for zero-latency, offline inference.</a:t>
            </a:r>
          </a:p>
          <a:p>
            <a:r>
              <a:rPr sz="2400"/>
              <a:t>• Wearable Integration: Syncing caloric expenditure with Apple Health and Google 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Q&amp;A</a:t>
            </a:r>
          </a:p>
          <a:p/>
          <a:p>
            <a:r>
              <a:rPr sz="2400"/>
              <a:t>Open the floor to the judges for technical or design-related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